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AI4Trade Bot — Executive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Audit-Stichtag: 29. Mai 2026 | Quelle: Repository-Analyse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Titel und Audit-Kontext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Projekt: `ai4trade-bot`, Dry-run Krypto-Signalgenerator fuer AI4Trade.</a:t>
            </a:r>
          </a:p>
          <a:p>
            <a:pPr>
              <a:defRPr sz="1800"/>
            </a:pPr>
            <a:r>
              <a:t>Repo-basierter Auditstichtag: 29. Mai 2026.</a:t>
            </a:r>
          </a:p>
          <a:p>
            <a:pPr>
              <a:defRPr sz="1800"/>
            </a:pPr>
            <a:r>
              <a:t>Bewertet wurden Code, CI, Docker, Monitoring, Doku und Tests.</a:t>
            </a:r>
          </a:p>
          <a:p>
            <a:pPr>
              <a:defRPr sz="1800"/>
            </a:pPr>
            <a:r>
              <a:t>Ziel: Bereitschaft fuer Betrieb und naechste Freigabeentscheidung bewerten.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Gesamturteil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Starke Engineering-Basis mit `320` erfolgreichen Tests und vorhandener CI.</a:t>
            </a:r>
          </a:p>
          <a:p>
            <a:pPr>
              <a:defRPr sz="1800"/>
            </a:pPr>
            <a:r>
              <a:t>Gruen fuer beaufsichtigten Entwickler- und CI-Betrieb im `dry_run`.</a:t>
            </a:r>
          </a:p>
          <a:p>
            <a:pPr>
              <a:defRPr sz="1800"/>
            </a:pPr>
            <a:r>
              <a:t>Rot fuer unbeaufsichtigten Containerbetrieb gemaess aktueller Ops-Doku.</a:t>
            </a:r>
          </a:p>
          <a:p>
            <a:pPr>
              <a:defRPr sz="1800"/>
            </a:pPr>
            <a:r>
              <a:t>Rot fuer jeden Live- oder regulatorisch anspruchsvollen Einsatz.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heute nachweislich gut funktioniert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Modulare Architektur fuer Markt-, Strategie-, Publishing- und Persistenzpfade.</a:t>
            </a:r>
          </a:p>
          <a:p>
            <a:pPr>
              <a:defRPr sz="1800"/>
            </a:pPr>
            <a:r>
              <a:t>SQLite mit WAL, Signalpersistenz und Audit-Log fuer Basis-Traceability.</a:t>
            </a:r>
          </a:p>
          <a:p>
            <a:pPr>
              <a:defRPr sz="1800"/>
            </a:pPr>
            <a:r>
              <a:t>CI mit Lint, Tests und Security-Scans.</a:t>
            </a:r>
          </a:p>
          <a:p>
            <a:pPr>
              <a:defRPr sz="1800"/>
            </a:pPr>
            <a:r>
              <a:t>Secret-Provider, Incident-Doku und Recovery-Doku sind vorhanden.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Kritische Betriebsblocker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Kein aktiver `/health`-/`/metrics`-Endpoint im Default-Laufzeitpfad.</a:t>
            </a:r>
          </a:p>
          <a:p>
            <a:pPr>
              <a:defRPr sz="1800"/>
            </a:pPr>
            <a:r>
              <a:t>Docker-Healthcheck, Prometheus-Scraping und Ops-Doku erwarten diese Endpunkte trotzdem.</a:t>
            </a:r>
          </a:p>
          <a:p>
            <a:pPr>
              <a:defRPr sz="1800"/>
            </a:pPr>
            <a:r>
              <a:t>Monitoring- und Alerting-Stack ist fehlverdrahtet.</a:t>
            </a:r>
          </a:p>
          <a:p>
            <a:pPr>
              <a:defRPr sz="1800"/>
            </a:pPr>
            <a:r>
              <a:t>Requirements-Drift gefaehrdet reproduzierbare Builds.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Wichtige Laufzeit- und Kontrollluecken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Default-Bitget-Pfad nutzt kein aktives Rate Limiting.</a:t>
            </a:r>
          </a:p>
          <a:p>
            <a:pPr>
              <a:defRPr sz="1800"/>
            </a:pPr>
            <a:r>
              <a:t>`SafetyGateway`, `PortfolioCircuitBreaker` und Execution-Pfade sind nicht im Main-Pfad aktiv.</a:t>
            </a:r>
          </a:p>
          <a:p>
            <a:pPr>
              <a:defRPr sz="1800"/>
            </a:pPr>
            <a:r>
              <a:t>Der Audit-Trail erfasst nicht den gesamten Signalpfad inklusive Retry- und Blockentscheidungen.</a:t>
            </a:r>
          </a:p>
          <a:p>
            <a:pPr>
              <a:defRPr sz="1800"/>
            </a:pPr>
            <a:r>
              <a:t>Task-Handling, WebSocket-Stream und Bridge-Pfade sind nur teilweise umgesetzt.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Security- und Governance-Luecken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2FA ist fuer einen kuenftigen Live-Pfad latent und aktuell fail-open bei fehlendem Secret.</a:t>
            </a:r>
          </a:p>
          <a:p>
            <a:pPr>
              <a:defRPr sz="1800"/>
            </a:pPr>
            <a:r>
              <a:t>Certificate Pinning ist in der Standardkonfiguration wirkungslos.</a:t>
            </a:r>
          </a:p>
          <a:p>
            <a:pPr>
              <a:defRPr sz="1800"/>
            </a:pPr>
            <a:r>
              <a:t>Security-Scans in CI sind advisory, nicht blockierend.</a:t>
            </a:r>
          </a:p>
          <a:p>
            <a:pPr>
              <a:defRPr sz="1800"/>
            </a:pPr>
            <a:r>
              <a:t>README, Changelog und Ops-Doku sind nicht mehr durchgehend Source of Truth.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Risikowirkung fuer das Projekt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Operative Blindheit: dokumentierte Betriebschecks koennen nicht verifiziert werden.</a:t>
            </a:r>
          </a:p>
          <a:p>
            <a:pPr>
              <a:defRPr sz="1800"/>
            </a:pPr>
            <a:r>
              <a:t>Lieferqualitaet: Build- und Dependency-Konsistenz ist nicht voll reproduzierbar.</a:t>
            </a:r>
          </a:p>
          <a:p>
            <a:pPr>
              <a:defRPr sz="1800"/>
            </a:pPr>
            <a:r>
              <a:t>Governance: Getestete Kontrollbausteine sind nicht automatisch aktive Kontrollbausteine.</a:t>
            </a:r>
          </a:p>
          <a:p>
            <a:pPr>
              <a:defRPr sz="1800"/>
            </a:pPr>
            <a:r>
              <a:t>Traceability: Fehlende Vollstaendigkeit erschwert Root-Cause-Analyse und Freigabeentscheidungen.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Empfohlener 6-Wochen-Plan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Bis 2026-06-12: Endpunkte, Monitoring-Verdrahtung, Requirements, Rate Limiting, Doku.</a:t>
            </a:r>
          </a:p>
          <a:p>
            <a:pPr>
              <a:defRPr sz="1800"/>
            </a:pPr>
            <a:r>
              <a:t>Bis 2026-06-26: Safety-/Execution-Entscheidung, Recovery-Drill, Audit-Trail, Security-Gates.</a:t>
            </a:r>
          </a:p>
          <a:p>
            <a:pPr>
              <a:defRPr sz="1800"/>
            </a:pPr>
            <a:r>
              <a:t>Bis 2026-07-10: 2FA fail-closed, Certificate Pinning, klare Abgrenzung von Stubs.</a:t>
            </a:r>
          </a:p>
          <a:p>
            <a:pPr>
              <a:defRPr sz="1800"/>
            </a:pPr>
            <a:r>
              <a:t>Ressourcenvorschlag: Backend + DevOps + Security in kleiner Taskforce.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Bereitschaftsentscheidung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Ja fuer lokalen und CI-gestuetzten `dry_run`-Entwicklungsbetrieb.</a:t>
            </a:r>
          </a:p>
          <a:p>
            <a:pPr>
              <a:defRPr sz="1800"/>
            </a:pPr>
            <a:r>
              <a:t>Nein fuer unbeaufsichtigten Docker-Dauerbetrieb gemaess heutigem Artefaktstand.</a:t>
            </a:r>
          </a:p>
          <a:p>
            <a:pPr>
              <a:defRPr sz="1800"/>
            </a:pPr>
            <a:r>
              <a:t>Nein fuer einen Live-Modus.</a:t>
            </a:r>
          </a:p>
          <a:p>
            <a:pPr>
              <a:defRPr sz="1800"/>
            </a:pPr>
            <a:r>
              <a:t>Empfehlung: Remediation-Welle freigeben und anschliessend einen fokussierten Re-Audit durchfuehren.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